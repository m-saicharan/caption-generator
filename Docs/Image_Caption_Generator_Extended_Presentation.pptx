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35"/>
  </p:normalViewPr>
  <p:slideViewPr>
    <p:cSldViewPr snapToGrid="0" snapToObjects="1">
      <p:cViewPr varScale="1">
        <p:scale>
          <a:sx n="120" d="100"/>
          <a:sy n="120" d="100"/>
        </p:scale>
        <p:origin x="194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Freeform: Shape 9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5818" y="0"/>
            <a:ext cx="7472363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0"/>
            <a:ext cx="7461504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2" y="1999615"/>
            <a:ext cx="6858000" cy="2764028"/>
          </a:xfrm>
        </p:spPr>
        <p:txBody>
          <a:bodyPr anchor="ctr">
            <a:normAutofit/>
          </a:bodyPr>
          <a:lstStyle/>
          <a:p>
            <a:r>
              <a:rPr lang="en-US" sz="6300"/>
              <a:t>Feature Extraction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75184" y="5645150"/>
            <a:ext cx="6193632" cy="6318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IN" sz="2000"/>
              <a:t>Combining CNN and RNN for Automatic Image Description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88920" y="5524786"/>
            <a:ext cx="356616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</a:t>
            </a:r>
            <a:r>
              <a:rPr lang="en-US" dirty="0"/>
              <a:t>Feature Extraction </a:t>
            </a:r>
            <a:r>
              <a:rPr dirty="0"/>
              <a:t>automatically produces descriptive sentences for images.</a:t>
            </a:r>
          </a:p>
          <a:p>
            <a:r>
              <a:rPr dirty="0"/>
              <a:t>• It uses Deep Learning techniques combining CNNs and RNNs.</a:t>
            </a:r>
          </a:p>
          <a:p>
            <a:r>
              <a:rPr dirty="0"/>
              <a:t>• The model bridges the gap between computer vision and natural language processing.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Humans can easily describe what they see, but computers struggle with understanding visual scenes.</a:t>
            </a:r>
          </a:p>
          <a:p>
            <a:r>
              <a:rPr dirty="0"/>
              <a:t>• </a:t>
            </a:r>
            <a:r>
              <a:rPr lang="en-US" dirty="0"/>
              <a:t>Feature Extraction </a:t>
            </a:r>
            <a:r>
              <a:rPr dirty="0"/>
              <a:t>allows systems to explain images in words.</a:t>
            </a:r>
          </a:p>
          <a:p>
            <a:r>
              <a:rPr dirty="0"/>
              <a:t>• Useful in accessibility, search, and automation.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Overview</a:t>
            </a:r>
          </a:p>
        </p:txBody>
      </p:sp>
      <p:pic>
        <p:nvPicPr>
          <p:cNvPr id="3" name="Picture 2" descr="701b9451-b4c5-4b56-9b83-2f25f7f680c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345643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Simplified Model Flow</a:t>
            </a:r>
          </a:p>
        </p:txBody>
      </p:sp>
      <p:pic>
        <p:nvPicPr>
          <p:cNvPr id="3" name="Picture 2" descr="99ae73c4-af6f-4694-9031-ca9a44163e6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5757" y="1222743"/>
            <a:ext cx="5486400" cy="583990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CNN Encoder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Pre-trained CNN (e.g., ResNet, Inception) extracts visual features.</a:t>
            </a:r>
          </a:p>
          <a:p>
            <a:r>
              <a:t>• Image is resized to 224x224x3 and passed through CNN layers.</a:t>
            </a:r>
          </a:p>
          <a:p>
            <a:r>
              <a:t>• Output: 2048-dimensional feature vector representing visual semantics.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Vector Transformation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The CNN output is flattened and passed through a linear (Dense) layer.</a:t>
            </a:r>
          </a:p>
          <a:p>
            <a:r>
              <a:t>• The dense layer reduces dimensionality and prepares the vector for LSTM input.</a:t>
            </a:r>
          </a:p>
          <a:p>
            <a:r>
              <a:t>• This forms the connection between vision and language modules.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LSTM Decoder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Long Short-Term Memory (LSTM) network generates captions word by word.</a:t>
            </a:r>
          </a:p>
          <a:p>
            <a:r>
              <a:t>• Input: previous word and image feature vector.</a:t>
            </a:r>
          </a:p>
          <a:p>
            <a:r>
              <a:t>• Output: next word prediction using softmax layer.</a:t>
            </a:r>
          </a:p>
          <a:p>
            <a:r>
              <a:t>• Continues until &lt;end&gt; token is generated.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Embedding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Converts words into continuous vector representations.</a:t>
            </a:r>
          </a:p>
          <a:p>
            <a:r>
              <a:t>• Helps LSTM understand semantic relationships between words.</a:t>
            </a:r>
          </a:p>
          <a:p>
            <a:r>
              <a:t>• Example: 'cat' and 'dog' have closer embeddings than 'cat' and 'car'.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Training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Dataset: typically MS COCO with thousands of image-caption pairs.</a:t>
            </a:r>
          </a:p>
          <a:p>
            <a:r>
              <a:t>• Model learns to minimize cross-entropy loss between predicted and actual captions.</a:t>
            </a:r>
          </a:p>
          <a:p>
            <a:r>
              <a:t>• Uses teacher forcing — feeding true words during training to stabilize learning.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Inference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At test time, only the image is given.</a:t>
            </a:r>
          </a:p>
          <a:p>
            <a:r>
              <a:t>• CNN extracts features → LSTM generates caption sequentially.</a:t>
            </a:r>
          </a:p>
          <a:p>
            <a:r>
              <a:t>• Common decoding strategies:</a:t>
            </a:r>
          </a:p>
          <a:p>
            <a:r>
              <a:t>   - Greedy Search: picks most likely next word.</a:t>
            </a:r>
          </a:p>
          <a:p>
            <a:r>
              <a:t>   - Beam Search: explores multiple caption possibilities.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Assistive technology for the visually impaired.</a:t>
            </a:r>
          </a:p>
          <a:p>
            <a:r>
              <a:t>• Automated captioning for social media platforms.</a:t>
            </a:r>
          </a:p>
          <a:p>
            <a:r>
              <a:t>• Enhancing image search engines.</a:t>
            </a:r>
          </a:p>
          <a:p>
            <a:r>
              <a:t>• Video summarization and surveillance analysis.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Provides textual understanding of images.</a:t>
            </a:r>
          </a:p>
          <a:p>
            <a:r>
              <a:t>• Combines strengths of computer vision and NLP.</a:t>
            </a:r>
          </a:p>
          <a:p>
            <a:r>
              <a:t>• Can generalize across diverse image contexts.</a:t>
            </a:r>
          </a:p>
          <a:p>
            <a:r>
              <a:t>• Useful for AI accessibility and automation.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Requires large, well-annotated datasets.</a:t>
            </a:r>
          </a:p>
          <a:p>
            <a:r>
              <a:t>• May generate grammatically correct but semantically wrong captions.</a:t>
            </a:r>
          </a:p>
          <a:p>
            <a:r>
              <a:t>• Computationally expensive to train.</a:t>
            </a:r>
          </a:p>
          <a:p>
            <a:r>
              <a:t>• Struggles with abstract or unseen concepts.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Integrate attention mechanisms to focus on image regions.</a:t>
            </a:r>
          </a:p>
          <a:p>
            <a:r>
              <a:t>• Use transformer-based architectures (e.g., ViT + GPT models).</a:t>
            </a:r>
          </a:p>
          <a:p>
            <a:r>
              <a:t>• Multi-modal training using both image and text embeddings.</a:t>
            </a:r>
          </a:p>
          <a:p>
            <a:r>
              <a:t>• Real-time captioning for videos.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</a:t>
            </a:r>
            <a:r>
              <a:rPr lang="en-US" dirty="0"/>
              <a:t>Feature Extraction </a:t>
            </a:r>
            <a:r>
              <a:rPr dirty="0"/>
              <a:t>combines CNNs for image analysis and RNNs for sentence generation.</a:t>
            </a:r>
          </a:p>
          <a:p>
            <a:r>
              <a:rPr dirty="0"/>
              <a:t>• Enables machines to understand and describe visual scenes.</a:t>
            </a:r>
          </a:p>
          <a:p>
            <a:r>
              <a:rPr dirty="0"/>
              <a:t>• A key step toward human-like visual understanding and AI communication.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209</TotalTime>
  <Words>520</Words>
  <Application>Microsoft Macintosh PowerPoint</Application>
  <PresentationFormat>On-screen Show (4:3)</PresentationFormat>
  <Paragraphs>63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Feature Extraction</vt:lpstr>
      <vt:lpstr>Introduction</vt:lpstr>
      <vt:lpstr>Motivation</vt:lpstr>
      <vt:lpstr>Architecture Overview</vt:lpstr>
      <vt:lpstr>Simplified Model Flow</vt:lpstr>
      <vt:lpstr>CNN Encoder</vt:lpstr>
      <vt:lpstr>Feature Vector Transformation</vt:lpstr>
      <vt:lpstr>LSTM Decoder</vt:lpstr>
      <vt:lpstr>Embedding Layer</vt:lpstr>
      <vt:lpstr>Training Process</vt:lpstr>
      <vt:lpstr>Inference Process</vt:lpstr>
      <vt:lpstr>Applications</vt:lpstr>
      <vt:lpstr>Advantages</vt:lpstr>
      <vt:lpstr>Limitations</vt:lpstr>
      <vt:lpstr>Future Enhancements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123AD0002 Mulagala Sai Charan</cp:lastModifiedBy>
  <cp:revision>2</cp:revision>
  <dcterms:created xsi:type="dcterms:W3CDTF">2013-01-27T09:14:16Z</dcterms:created>
  <dcterms:modified xsi:type="dcterms:W3CDTF">2025-11-08T08:01:20Z</dcterms:modified>
  <cp:category/>
</cp:coreProperties>
</file>